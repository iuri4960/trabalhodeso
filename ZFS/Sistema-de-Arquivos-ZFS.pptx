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  <p:embeddedFont>
      <p:font typeface="Open Sans Light"/>
      <p:regular r:id="rId201318"/>
    </p:embeddedFont>
    <p:embeddedFont>
      <p:font typeface="Open Sans Bold"/>
      <p:regular r:id="rId201319"/>
    </p:embeddedFont>
    <p:embeddedFont>
      <p:font typeface="Open Sans"/>
      <p:regular r:id="rId201320"/>
    </p:embeddedFont>
    <p:embeddedFont>
      <p:font typeface="Open Sans Medium"/>
      <p:regular r:id="rId201321"/>
    </p:embeddedFont>
    <p:embeddedFont>
      <p:font typeface="Open Sans SemiBold"/>
      <p:regular r:id="rId201322"/>
    </p:embeddedFont>
    <p:embeddedFont>
      <p:font typeface="Open Sans Extra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963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Sistema de Arquivos ZFS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85218"/>
            <a:ext cx="5179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Disciplina de Sistemas Operacionais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428131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Iuri Fernandes Bastos-563536eu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Matheus Parente Reis-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571954 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Vinicius Alexandre Gomes- 568594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Yuri Fontenele Mamede-571893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que é o ZFS?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5238080" cy="5238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1900" y="2854747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Origem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911900" y="3000896"/>
            <a:ext cx="274067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Criado pela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Sun Microsystems em 2005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atualmente mantido pelo projeto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OpenZFS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o ZFS foi projetado para resolver problemas críticos de sistemas de arquivos tradicionais.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5911900" y="3291483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que o torna especial?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911900" y="3437632"/>
            <a:ext cx="2740670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Combina sistema de arquivos e gerenciador de volumes em uma única camada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confiabilidade e integridade de dados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Escalabilidade para grandes volumes de armazenamento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Proteção contra corrupção silenciosa de dados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80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Como o ZFS funciona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6119" y="726430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ZFS simplifica o gerenciamento de armazenamento ao agrupar discos físicos em um único pool lógico, abstraindo a complexidade do usuário.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69975"/>
            <a:ext cx="8151763" cy="37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7310" y="1271052"/>
            <a:ext cx="1987578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Sistema de Arquivos ZFS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67310" y="1785979"/>
            <a:ext cx="1987578" cy="27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do usuário para o armazenamento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2951" y="2609962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zpool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8908" y="2899483"/>
            <a:ext cx="1827290" cy="27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Pool de armazenamento unificado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7310" y="3312727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Discos Físicos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67310" y="3602249"/>
            <a:ext cx="1987578" cy="13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 1, Disco 2, Disco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648200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discos são agrupados em um </a:t>
            </a:r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zpool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 usuário interage apenas com o pool — sem necessidade de gerenciar cada disco individualmente.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97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Principais Recursos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50280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Quatro pilares tornam o ZFS um dos sistemas de arquivos mais robustos disponíveis.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377181"/>
            <a:ext cx="4017690" cy="1616943"/>
          </a:xfrm>
          <a:prstGeom prst="roundRect">
            <a:avLst>
              <a:gd name="adj" fmla="val 1192"/>
            </a:avLst>
          </a:prstGeom>
          <a:solidFill>
            <a:srgbClr val="3E3E3E"/>
          </a:solidFill>
          <a:ln/>
        </p:spPr>
      </p:sp>
      <p:sp>
        <p:nvSpPr>
          <p:cNvPr id="5" name="Shape 3"/>
          <p:cNvSpPr/>
          <p:nvPr/>
        </p:nvSpPr>
        <p:spPr>
          <a:xfrm>
            <a:off x="624557" y="1505620"/>
            <a:ext cx="385390" cy="385390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523" y="1611585"/>
            <a:ext cx="173385" cy="173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557" y="2007394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Copy-on-Write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4557" y="2277889"/>
            <a:ext cx="376081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Nunca sobrescreve dados diretamente. Novos dados são escritos em blocos diferentes, preservando a integridade das versões anteriores.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30192" y="1377181"/>
            <a:ext cx="4017690" cy="1616943"/>
          </a:xfrm>
          <a:prstGeom prst="roundRect">
            <a:avLst>
              <a:gd name="adj" fmla="val 1192"/>
            </a:avLst>
          </a:prstGeom>
          <a:solidFill>
            <a:srgbClr val="3E3E3E"/>
          </a:solidFill>
          <a:ln/>
        </p:spPr>
      </p:sp>
      <p:sp>
        <p:nvSpPr>
          <p:cNvPr id="10" name="Shape 7"/>
          <p:cNvSpPr/>
          <p:nvPr/>
        </p:nvSpPr>
        <p:spPr>
          <a:xfrm>
            <a:off x="4758630" y="1505620"/>
            <a:ext cx="385390" cy="385390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596" y="1611585"/>
            <a:ext cx="173385" cy="1733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8630" y="2007394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Checksums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758630" y="2277889"/>
            <a:ext cx="376081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 e verifica hashes de cada bloco de dados, detectando e corrigindo corrupção silenciosa automaticamente.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6119" y="3110508"/>
            <a:ext cx="4017690" cy="1616943"/>
          </a:xfrm>
          <a:prstGeom prst="roundRect">
            <a:avLst>
              <a:gd name="adj" fmla="val 1192"/>
            </a:avLst>
          </a:prstGeom>
          <a:solidFill>
            <a:srgbClr val="3E3E3E"/>
          </a:solidFill>
          <a:ln/>
        </p:spPr>
      </p:sp>
      <p:sp>
        <p:nvSpPr>
          <p:cNvPr id="15" name="Shape 11"/>
          <p:cNvSpPr/>
          <p:nvPr/>
        </p:nvSpPr>
        <p:spPr>
          <a:xfrm>
            <a:off x="624557" y="3238946"/>
            <a:ext cx="385390" cy="385390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523" y="3344912"/>
            <a:ext cx="173385" cy="1733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557" y="3740721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Snapshots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4557" y="4011216"/>
            <a:ext cx="376081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Capturas instantâneas e eficientes do estado do sistema, permitindo recuperação rápida de versões anteriores dos dados.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30192" y="3110508"/>
            <a:ext cx="4017690" cy="1616943"/>
          </a:xfrm>
          <a:prstGeom prst="roundRect">
            <a:avLst>
              <a:gd name="adj" fmla="val 1192"/>
            </a:avLst>
          </a:prstGeom>
          <a:solidFill>
            <a:srgbClr val="3E3E3E"/>
          </a:solidFill>
          <a:ln/>
        </p:spPr>
      </p:sp>
      <p:sp>
        <p:nvSpPr>
          <p:cNvPr id="20" name="Shape 15"/>
          <p:cNvSpPr/>
          <p:nvPr/>
        </p:nvSpPr>
        <p:spPr>
          <a:xfrm>
            <a:off x="4758630" y="3238946"/>
            <a:ext cx="385390" cy="385390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4596" y="3344912"/>
            <a:ext cx="173385" cy="1733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8630" y="3740721"/>
            <a:ext cx="3760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RAID-Z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58630" y="4011216"/>
            <a:ext cx="376081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Implementação nativa de RAID com paridade, oferecendo proteção contra falhas de discos sem custo adicional de licenciamento.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5883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Copy-on-Write e Checksums em Detalhe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53679"/>
            <a:ext cx="4722763" cy="1472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8663" y="1610023"/>
            <a:ext cx="43338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Copy-on-Write (COW)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28663" y="1904330"/>
            <a:ext cx="433387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modificar um bloco, o ZFS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nunca sobrescreve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dado original. Ele aloca um novo bloco, escreve os dados atualizados e só então atualiza o ponteiro. Isso garante que, em caso de falha durante a escrita, o dado antigo permaneça intacto.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58939"/>
            <a:ext cx="4722763" cy="16886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8663" y="3215283"/>
            <a:ext cx="43338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Checksums e Auto-Healing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28663" y="3509590"/>
            <a:ext cx="4333875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bloco possui um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checksum armazenado separadamente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Durante a leitura, o ZFS verifica a integridade. Se detectar corrupção e houver redundância (RAID-Z), ele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recupera automaticamente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dado correto — processo chamado de </a:t>
            </a:r>
            <a:pPr algn="l" indent="0" marL="0">
              <a:lnSpc>
                <a:spcPct val="131000"/>
              </a:lnSpc>
              <a:buNone/>
            </a:pPr>
            <a:r>
              <a:rPr lang="en-US" sz="10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self-healing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904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Vantagens e Desvantagens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25550"/>
            <a:ext cx="8151763" cy="2065586"/>
          </a:xfrm>
          <a:prstGeom prst="roundRect">
            <a:avLst>
              <a:gd name="adj" fmla="val 102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843906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255118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666330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77542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425550"/>
            <a:ext cx="8860" cy="20655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0881" y="1430313"/>
            <a:ext cx="4071119" cy="41359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2640" y="1520130"/>
            <a:ext cx="424242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Vantagens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30313"/>
            <a:ext cx="4071119" cy="41359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16140" y="1520130"/>
            <a:ext cx="424242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Desvantagens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1843906"/>
            <a:ext cx="4071119" cy="4112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40" y="193610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confiabilidade e integridade de dados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843906"/>
            <a:ext cx="4071119" cy="4112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16140" y="193610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Consome mais RAM que sistemas tradicionais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881" y="2255118"/>
            <a:ext cx="4071119" cy="4112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2640" y="234731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Snapshots instantâneos e eficientes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255118"/>
            <a:ext cx="4071119" cy="4112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16140" y="234731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Curva de aprendizado elevada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0881" y="2666330"/>
            <a:ext cx="4071119" cy="4112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2640" y="2758529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RAID integrado nativamente (RAID-Z)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666330"/>
            <a:ext cx="4071119" cy="4112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716140" y="2758529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Deduplicação é intensiva em recursos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0881" y="3077542"/>
            <a:ext cx="4071119" cy="4088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2640" y="3169741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Escalável para petabytes de dados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077542"/>
            <a:ext cx="4071119" cy="4088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716140" y="3169741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Suporte nativo limitado em alguns SOs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6119" y="3650605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797907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851374"/>
            <a:ext cx="177180" cy="14175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56816" y="3827785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ZFS é ideal para ambientes onde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integridade dos dados é prioritária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mesmo que isso exija mais recursos de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2385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Aplicações e Conclusão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94544"/>
            <a:ext cx="265807" cy="2658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7674" y="1040160"/>
            <a:ext cx="4301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TrueNAS e Proxmox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17674" y="1322561"/>
            <a:ext cx="430120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Plataformas de armazenamento e virtualização que utilizam o ZFS como sistema de arquivos padrão.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83656"/>
            <a:ext cx="265807" cy="2658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7674" y="2029271"/>
            <a:ext cx="4301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Servidores e NAS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917674" y="2311673"/>
            <a:ext cx="430120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Amplamente adotado em servidores corporativos e dispositivos NAS para garantir proteção e disponibilidade de dados.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72767"/>
            <a:ext cx="265807" cy="2658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7674" y="3018383"/>
            <a:ext cx="4301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Backups Críticos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917674" y="3300785"/>
            <a:ext cx="430120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Snapshots e checksums tornam o ZFS ideal para ambientes onde a recuperação de dados é essencial.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496119" y="3852862"/>
            <a:ext cx="14288" cy="898178"/>
          </a:xfrm>
          <a:prstGeom prst="roundRect">
            <a:avLst>
              <a:gd name="adj" fmla="val 59998"/>
            </a:avLst>
          </a:prstGeom>
          <a:solidFill>
            <a:srgbClr val="F5F547"/>
          </a:solidFill>
          <a:ln/>
        </p:spPr>
      </p:sp>
      <p:sp>
        <p:nvSpPr>
          <p:cNvPr id="14" name="Text 8"/>
          <p:cNvSpPr/>
          <p:nvPr/>
        </p:nvSpPr>
        <p:spPr>
          <a:xfrm>
            <a:off x="695474" y="3992984"/>
            <a:ext cx="4523408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ZFS é um dos sistemas de arquivos mais confiáveis disponíveis atualmente, sendo amplamente utilizado em servidores e ambientes onde a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integridade dos dados é essencial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2026-07-08T20:02:12Z</dcterms:created>
  <dcterms:modified xsi:type="dcterms:W3CDTF">2026-07-08T20:02:12Z</dcterms:modified>
</cp:coreProperties>
</file>